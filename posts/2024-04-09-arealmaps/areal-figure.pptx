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DFD5-8771-C13B-4720-46DF6CA47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A6DFB-6B2A-C832-6C74-5E3E97276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F274-0EA1-8653-CD90-065CFAC8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61ECB-D284-A6B1-6F50-6229F75C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F9834-E795-EA5F-2F9C-6C532DB1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1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EFB03-3328-2C96-52BE-7183FF0E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09D6B-0305-BD6B-AEAA-03CB8D1EC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418B7-6602-8DA9-2763-ACBB3BF4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79B34-EC04-84A2-E439-75FBF9140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BD8BA-1FDE-9562-0184-48CAC7D5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2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72F7-FC8F-1215-F3DE-59C6BC15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3BA4A-95DC-FF48-CD67-E42C59525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44CA-4795-F099-5502-F60B82CA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6F04-C86E-0E02-BFBB-24B05266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1987A-DC48-D978-41DA-CFF720F4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05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D0E1-9B71-5198-08AB-47584D10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16E3-3B97-AEC0-A458-E2A80D35F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2681F-D90F-EBC3-D5D7-A1C8707AF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8FB1D-FF80-5AD2-33A0-A71229E0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8505C-BD80-A740-6414-5D5E6815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37F3C-BACA-2B1D-8B47-A71765AB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79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59D8-20C3-23AD-B6F4-FEBF8F39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987CA-2B6E-EA0F-367B-19F2E2B5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717EB-1FF6-0C7F-C46E-23CA7556A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B3417-CF93-4461-15FF-6BCAD99C9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A364BB-D5E4-7628-16F8-AB419909D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9E1A6-F13B-DB91-9A47-4612F5CA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0900A-1E42-B1B2-1903-16683BC9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4E5EF-F419-0B62-5C43-68DDDC84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3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6AF0-FC4A-4D73-7C1F-94C4C7C1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BC0B5-9D25-C4F3-8F1A-1704B5D8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8070A-59B0-8B00-9B5F-12B2C644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DF229-F7C0-BD20-3AC1-1DD6C991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8F1B8-ECFB-3C74-70DF-0B983D79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EB82B-BC32-57F2-6249-F3FC579D9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8919D-98DD-0664-418C-D1491CDC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3047-177C-DE3A-64F8-79BD48C4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EE5B-7D2F-E813-B57A-8D1EAE9CC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89CD0-4EFC-D4AD-6C29-FA92FF58D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1232D-B82F-6F71-18A5-5E9F442D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17CD2-22C8-EF3C-CA57-70C51236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8C7E1-B0F6-A9EB-03E2-0C4884E9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2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67AF-EC37-C92A-56C5-36D7E44D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B4998-C20C-9871-8CE6-95C953DB1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4356E-BF1B-334C-1A58-E3856ED5C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A4BD41-C089-59DA-7B26-F88E44642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C593-E2C7-7C8B-8B6C-887FA3D9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84E63-335E-9B17-3BA3-0201EAAA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11AA-9AE0-0ABF-30E1-9EFBE213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E5F70-417B-7F0E-39BD-87BDB9EC2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A3CBB-F7A7-E8D2-D602-41DBB92E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599BF-A93A-11DD-A26E-1EB57FEE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55B10-9278-F8B7-1C82-3C4D4233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9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E32BC-5D75-9929-7B9C-01C68F0A0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FF601-A61C-93ED-12F8-0C64232D8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34205-870F-F1FA-2A8C-73F21A94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404AC-352B-2140-654F-04ED9DB8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40156-A17C-84F6-AFBA-D1FB1BEE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2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D18ED-1000-E685-FC1A-D429C1FC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C5788-17F9-FE1B-E3F2-9E28716AF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01AC-8F2C-66B0-B2FA-811119CDE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63B2A-F08D-4106-BEC4-534E26E3F30E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4528-763A-4C0A-0367-6A6DD6FC0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B767F-8C7B-F199-76EC-1689B0A02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7B9C3-4BE4-427D-ACE1-7A5452F9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0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68558F-4344-2AD3-35C4-096BBEA9F4EC}"/>
              </a:ext>
            </a:extLst>
          </p:cNvPr>
          <p:cNvSpPr/>
          <p:nvPr/>
        </p:nvSpPr>
        <p:spPr>
          <a:xfrm>
            <a:off x="3979867" y="0"/>
            <a:ext cx="696911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A map of a country&#10;&#10;AI-generated content may be incorrect.">
            <a:extLst>
              <a:ext uri="{FF2B5EF4-FFF2-40B4-BE49-F238E27FC236}">
                <a16:creationId xmlns:a16="http://schemas.microsoft.com/office/drawing/2014/main" id="{23346333-C384-066E-B3D2-2A07D4426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24" y="182493"/>
            <a:ext cx="3390909" cy="339090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79383BC-ED61-1406-89EA-9B6513E11783}"/>
              </a:ext>
            </a:extLst>
          </p:cNvPr>
          <p:cNvSpPr/>
          <p:nvPr/>
        </p:nvSpPr>
        <p:spPr>
          <a:xfrm>
            <a:off x="3979867" y="368294"/>
            <a:ext cx="966783" cy="982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map of the northern part of the arctic&#10;&#10;AI-generated content may be incorrect.">
            <a:extLst>
              <a:ext uri="{FF2B5EF4-FFF2-40B4-BE49-F238E27FC236}">
                <a16:creationId xmlns:a16="http://schemas.microsoft.com/office/drawing/2014/main" id="{6254B473-D391-6E85-8034-F35DC3BFA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572" y="0"/>
            <a:ext cx="1828804" cy="2743206"/>
          </a:xfrm>
          <a:prstGeom prst="rect">
            <a:avLst/>
          </a:prstGeom>
        </p:spPr>
      </p:pic>
      <p:pic>
        <p:nvPicPr>
          <p:cNvPr id="52" name="Picture 51" descr="A screenshot of a satellite image&#10;&#10;AI-generated content may be incorrect.">
            <a:extLst>
              <a:ext uri="{FF2B5EF4-FFF2-40B4-BE49-F238E27FC236}">
                <a16:creationId xmlns:a16="http://schemas.microsoft.com/office/drawing/2014/main" id="{F8640240-86BE-0A2F-4BF5-94CA0DB1D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4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Kauffman</dc:creator>
  <cp:lastModifiedBy>Kayla Kauffman</cp:lastModifiedBy>
  <cp:revision>2</cp:revision>
  <dcterms:created xsi:type="dcterms:W3CDTF">2025-02-18T00:05:00Z</dcterms:created>
  <dcterms:modified xsi:type="dcterms:W3CDTF">2025-02-18T00:58:53Z</dcterms:modified>
</cp:coreProperties>
</file>